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88" r:id="rId3"/>
    <p:sldId id="390" r:id="rId4"/>
    <p:sldId id="389" r:id="rId5"/>
    <p:sldId id="391" r:id="rId6"/>
    <p:sldId id="392" r:id="rId7"/>
    <p:sldId id="393" r:id="rId8"/>
    <p:sldId id="394" r:id="rId9"/>
    <p:sldId id="34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256"/>
            <p14:sldId id="388"/>
            <p14:sldId id="390"/>
            <p14:sldId id="389"/>
            <p14:sldId id="391"/>
            <p14:sldId id="392"/>
            <p14:sldId id="393"/>
            <p14:sldId id="394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i" initials="m" lastIdx="2" clrIdx="0">
    <p:extLst>
      <p:ext uri="{19B8F6BF-5375-455C-9EA6-DF929625EA0E}">
        <p15:presenceInfo xmlns:p15="http://schemas.microsoft.com/office/powerpoint/2012/main" userId="360601492f6f8b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FA57"/>
    <a:srgbClr val="4B788C"/>
    <a:srgbClr val="CC0000"/>
    <a:srgbClr val="607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74910" autoAdjust="0"/>
  </p:normalViewPr>
  <p:slideViewPr>
    <p:cSldViewPr snapToGrid="0">
      <p:cViewPr varScale="1">
        <p:scale>
          <a:sx n="68" d="100"/>
          <a:sy n="68" d="100"/>
        </p:scale>
        <p:origin x="117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C1933-18F5-4246-B1F0-35A4DD3AC935}" type="datetimeFigureOut">
              <a:rPr lang="fr-FR" smtClean="0"/>
              <a:t>27/05/2021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7279F-DFAE-4657-A800-A8C38FC41E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50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7279F-DFAE-4657-A800-A8C38FC41E9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343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B5501-950D-4D0C-8C8D-8F365E11464F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DF56D-F97B-4B42-AF7D-A701BADB25AD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566EF-5659-4EC8-834B-3AC94AC551F2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50754-D5AA-481E-8234-CED84AFFDED9}" type="datetime1">
              <a:rPr lang="fr-FR" smtClean="0"/>
              <a:t>27/05/2021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DC6A1-8609-4D30-AF51-472C97C43BD1}" type="datetime1">
              <a:rPr lang="fr-FR" smtClean="0"/>
              <a:t>27/05/2021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C26E9-E7F4-447E-A11B-BEAC7EEED58D}" type="datetime1">
              <a:rPr lang="fr-FR" smtClean="0"/>
              <a:t>27/05/2021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5CDF4-D1F6-4450-9EFF-39E6BFA54288}" type="datetime1">
              <a:rPr lang="fr-FR" smtClean="0"/>
              <a:t>27/05/2021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DED6-E904-467B-8758-0EB861C08D67}" type="datetime1">
              <a:rPr lang="fr-FR" smtClean="0"/>
              <a:t>27/05/2021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0D8F-4FC9-4C89-8F23-3921696D29C3}" type="datetime1">
              <a:rPr lang="fr-FR" smtClean="0"/>
              <a:t>27/05/2021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2CFD-C6F4-4E7E-A291-5D55B215BD2E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C32F8-732B-4A3F-A46E-762899B9086A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4DCEE-DECE-4E5A-8DB4-06340A8C4F60}" type="datetime1">
              <a:rPr lang="fr-FR" smtClean="0"/>
              <a:t>27/05/2021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1" r="17102"/>
          <a:stretch/>
        </p:blipFill>
        <p:spPr>
          <a:xfrm>
            <a:off x="-86264" y="0"/>
            <a:ext cx="12353026" cy="6858001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170470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1</a:t>
            </a:fld>
            <a:endParaRPr lang="fr-FR" b="1" dirty="0">
              <a:solidFill>
                <a:schemeClr val="tx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4136" y="2143501"/>
            <a:ext cx="11245455" cy="4147966"/>
            <a:chOff x="474136" y="2143501"/>
            <a:chExt cx="11245455" cy="4147966"/>
          </a:xfrm>
        </p:grpSpPr>
        <p:sp>
          <p:nvSpPr>
            <p:cNvPr id="2" name="ZoneTexte 1"/>
            <p:cNvSpPr txBox="1"/>
            <p:nvPr/>
          </p:nvSpPr>
          <p:spPr>
            <a:xfrm>
              <a:off x="474136" y="2543611"/>
              <a:ext cx="1124545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Relational</a:t>
              </a:r>
              <a:r>
                <a:rPr lang="fr-FR" sz="6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sz="6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r>
                <a:rPr lang="fr-FR" sz="6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Management </a:t>
              </a:r>
              <a:r>
                <a:rPr lang="fr-FR" sz="6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Systems</a:t>
              </a:r>
              <a:r>
                <a:rPr lang="fr-FR" sz="6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(RDBMS)</a:t>
              </a:r>
              <a:br>
                <a:rPr lang="fr-FR" sz="6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fr-FR" sz="6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checkpoint </a:t>
              </a:r>
              <a:r>
                <a:rPr lang="fr-FR" sz="60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</a:t>
              </a:r>
              <a:endParaRPr lang="fr-FR" sz="60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642863" y="2143501"/>
              <a:ext cx="8353463" cy="4147966"/>
              <a:chOff x="1642863" y="2143501"/>
              <a:chExt cx="8353463" cy="4147966"/>
            </a:xfrm>
          </p:grpSpPr>
          <p:sp>
            <p:nvSpPr>
              <p:cNvPr id="6" name="ZoneTexte 5"/>
              <p:cNvSpPr txBox="1"/>
              <p:nvPr/>
            </p:nvSpPr>
            <p:spPr>
              <a:xfrm>
                <a:off x="4235686" y="5829802"/>
                <a:ext cx="5760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 err="1">
                    <a:latin typeface="Adobe Garamond Pro Bold" panose="02020702060506020403" pitchFamily="18" charset="0"/>
                  </a:rPr>
                  <a:t>Realized</a:t>
                </a:r>
                <a:r>
                  <a:rPr lang="fr-FR" sz="2400" dirty="0">
                    <a:latin typeface="Adobe Garamond Pro Bold" panose="02020702060506020403" pitchFamily="18" charset="0"/>
                  </a:rPr>
                  <a:t> by </a:t>
                </a:r>
                <a:r>
                  <a:rPr lang="fr-FR" sz="2400" b="1" dirty="0">
                    <a:latin typeface="Adobe Garamond Pro Bold" panose="02020702060506020403" pitchFamily="18" charset="0"/>
                  </a:rPr>
                  <a:t>: Abdelhak </a:t>
                </a:r>
                <a:r>
                  <a:rPr lang="fr-FR" sz="2400" b="1" dirty="0" err="1">
                    <a:latin typeface="Adobe Garamond Pro Bold" panose="02020702060506020403" pitchFamily="18" charset="0"/>
                  </a:rPr>
                  <a:t>Touil</a:t>
                </a:r>
                <a:endParaRPr lang="fr-FR" sz="2400" b="1" dirty="0">
                  <a:latin typeface="Adobe Garamond Pro Bold" panose="02020702060506020403" pitchFamily="18" charset="0"/>
                </a:endParaRPr>
              </a:p>
            </p:txBody>
          </p:sp>
          <p:sp>
            <p:nvSpPr>
              <p:cNvPr id="3" name="Rectangle 2"/>
              <p:cNvSpPr/>
              <p:nvPr/>
            </p:nvSpPr>
            <p:spPr>
              <a:xfrm>
                <a:off x="1642863" y="2143501"/>
                <a:ext cx="194906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2000" b="1" dirty="0" err="1"/>
                  <a:t>Presentation</a:t>
                </a:r>
                <a:r>
                  <a:rPr lang="fr-FR" sz="2000" b="1" dirty="0"/>
                  <a:t> of 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094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94692" y="529810"/>
            <a:ext cx="7879080" cy="1035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fr-F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What is a Database</a:t>
            </a:r>
            <a:endParaRPr lang="fr-FR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62309" y="2842607"/>
            <a:ext cx="6598919" cy="4137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database is a set of data stored in a computer.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usually structured in a way that makes the data easily accessible.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414" y="2356414"/>
            <a:ext cx="4848586" cy="387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3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06771" y="594773"/>
            <a:ext cx="118872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Relational Database Management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(RDBMS)?</a:t>
            </a:r>
            <a:endParaRPr lang="fr-FR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04446" y="2288765"/>
            <a:ext cx="11651998" cy="1896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 management system (RDBMS) is a program that allows you to create, update, and administer a relational database.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985" y="3434487"/>
            <a:ext cx="6188014" cy="3221158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404446" y="3638975"/>
            <a:ext cx="5412224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relational database management systems use the SQL language to access the database.</a:t>
            </a:r>
          </a:p>
        </p:txBody>
      </p:sp>
    </p:spTree>
    <p:extLst>
      <p:ext uri="{BB962C8B-B14F-4D97-AF65-F5344CB8AC3E}">
        <p14:creationId xmlns:p14="http://schemas.microsoft.com/office/powerpoint/2010/main" val="408607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4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4354" y="352266"/>
            <a:ext cx="104013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05740" y="2569856"/>
            <a:ext cx="7765220" cy="394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the most popular open source SQL database. It is typically used for web application development, and often accessed using PHP.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advantages of MySQL are that it is easy to use, inexpensive, reliable (has been around since 1995), and has a large community of developers who can help answer questions.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332" y="2246825"/>
            <a:ext cx="9640378" cy="50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2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5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4354" y="352266"/>
            <a:ext cx="104013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05739" y="2440256"/>
            <a:ext cx="10907738" cy="1154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is an open source SQL database that is not controlled by any corporation. It is typically used for web application development.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2246825"/>
            <a:ext cx="5263662" cy="3881951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205739" y="3788410"/>
            <a:ext cx="7127046" cy="394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shares many of the same advantages of MySQL. It is easy to use, inexpensive, reliable and has a large community of developers. It also provides some additional features such as foreign key support without requiring complex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11164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6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4354" y="352266"/>
            <a:ext cx="104013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74751" y="2548646"/>
            <a:ext cx="7765220" cy="394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is a database server by Microsoft. The Microsoft relational database management system is a software product which primarily stores and retrieves data requested by other applications. These applications may run on the same or a different computer.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174" y="3169349"/>
            <a:ext cx="6672826" cy="417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7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7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72596" y="629077"/>
            <a:ext cx="104013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between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vs PostgreSQL vs SQL Server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26510" y="2983072"/>
            <a:ext cx="7765220" cy="394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 PostgreSQL and MySQL are time-proven solutions that can compete with enterprise solutions such as Oracle and SQL Server.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 has been famous for its ease of use and speed, while PostgreSQL has many more advanced features, which is the reason that PostgreSQL is often described as an open-source version of Oracle.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960" y="2271835"/>
            <a:ext cx="4221040" cy="422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6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8</a:t>
            </a:fld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4354" y="352266"/>
            <a:ext cx="10401300" cy="1315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177241" y="2143308"/>
            <a:ext cx="10209626" cy="394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between the three most popular databases ultimately boils down to the comparison of the functionality, use cases, and ecosystems. Companies that prioritize flexibility, cost-efficiency, and innovation usually choose open-source solutions. They can be integrated with multiple free add-ons, have active user communities, and are continuously updated.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861" y="3512359"/>
            <a:ext cx="5662491" cy="348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1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313244" y="6492875"/>
            <a:ext cx="2743200" cy="365125"/>
          </a:xfrm>
        </p:spPr>
        <p:txBody>
          <a:bodyPr/>
          <a:lstStyle/>
          <a:p>
            <a:fld id="{194EA0E9-6AA5-4C72-ADD8-CBD3FCBC5038}" type="slidenum">
              <a:rPr lang="fr-FR" sz="1400" b="1" smtClean="0">
                <a:solidFill>
                  <a:schemeClr val="tx1"/>
                </a:solidFill>
              </a:rPr>
              <a:t>9</a:t>
            </a:fld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24031" y="3630929"/>
            <a:ext cx="2907983" cy="2907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10109" y="2549769"/>
            <a:ext cx="11036166" cy="249215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endParaRPr lang="id-ID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431" y="-138845"/>
            <a:ext cx="4304533" cy="268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-0.59674 0.007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69" y="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7561</TotalTime>
  <Words>409</Words>
  <Application>Microsoft Office PowerPoint</Application>
  <PresentationFormat>Grand écran</PresentationFormat>
  <Paragraphs>39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Adobe Garamond Pro Bold</vt:lpstr>
      <vt:lpstr>Arial</vt:lpstr>
      <vt:lpstr>Calibri</vt:lpstr>
      <vt:lpstr>Calibri Light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Oussama Jebali</dc:creator>
  <cp:lastModifiedBy>Ahmed Ghaith Ben Hassine</cp:lastModifiedBy>
  <cp:revision>336</cp:revision>
  <dcterms:created xsi:type="dcterms:W3CDTF">2015-03-06T15:17:24Z</dcterms:created>
  <dcterms:modified xsi:type="dcterms:W3CDTF">2021-05-27T14:19:36Z</dcterms:modified>
</cp:coreProperties>
</file>